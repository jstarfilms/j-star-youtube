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8" d="100"/>
          <a:sy n="158" d="100"/>
        </p:scale>
        <p:origin x="264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958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15180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terminal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1000125" y="1580220"/>
            <a:ext cx="7143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init --system "vibe-coding-protocol"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1000125" y="2023132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DON'T Download AI Skills, </a:t>
            </a:r>
            <a:r>
              <a:rPr lang="en-US" sz="3294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</a:t>
            </a:r>
            <a:r>
              <a:rPr lang="en-US" sz="3294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Them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1044773" y="3334680"/>
            <a:ext cx="687585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50+ Custom AI Operating System for Antigravity</a:t>
            </a:r>
            <a:endParaRPr lang="en-US" sz="1704" dirty="0"/>
          </a:p>
        </p:txBody>
      </p:sp>
      <p:sp>
        <p:nvSpPr>
          <p:cNvPr id="8" name="Shape 5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01/12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17002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the_hook.sh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grep --hook "random_skills"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8229600" cy="142875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328738"/>
            <a:ext cx="35719" cy="1428750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71513" y="1543050"/>
            <a:ext cx="78009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"Everyone is downloading random AI skills and hoping they work."</a:t>
            </a:r>
            <a:endParaRPr lang="en-US" sz="1924" dirty="0"/>
          </a:p>
        </p:txBody>
      </p:sp>
      <p:sp>
        <p:nvSpPr>
          <p:cNvPr id="9" name="Text 6"/>
          <p:cNvSpPr/>
          <p:nvPr/>
        </p:nvSpPr>
        <p:spPr>
          <a:xfrm>
            <a:off x="457200" y="3043238"/>
            <a:ext cx="1428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➜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07231" y="3043238"/>
            <a:ext cx="725090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Pasting GitHub markdown files into Antigravity leads to </a:t>
            </a:r>
            <a:r>
              <a:rPr lang="en-US" sz="1269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"mid" results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57200" y="3411141"/>
            <a:ext cx="1428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➜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07231" y="3411141"/>
            <a:ext cx="517921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It's not a skills problem; it's a 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systems problem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02/12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0038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reality_check.py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diagnose --target "default_antigravity"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3971925" cy="2500313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71513" y="1543050"/>
            <a:ext cx="354330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ERROR: Workspace_Empty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71513" y="1910953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No Context Files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1513" y="2218134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No Coding Standards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1513" y="2525316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No Design System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1513" y="2832497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No Security Checks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14875" y="1328738"/>
            <a:ext cx="3971925" cy="2500313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929188" y="1543050"/>
            <a:ext cx="3543300" cy="225028"/>
          </a:xfrm>
          <a:prstGeom prst="rect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929188" y="1543050"/>
            <a:ext cx="354330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RESULT: "Mid" Output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929188" y="1910953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Unstyled &amp; Basic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29188" y="2218134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No Animations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9188" y="2525316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Bland SEO/Marketing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29188" y="2832497"/>
            <a:ext cx="3543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✖ Fragile Production Code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66794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57200" y="4114800"/>
            <a:ext cx="35719" cy="667941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71513" y="4257675"/>
            <a:ext cx="780097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"The AI can do everything you want—you just haven't told it </a:t>
            </a:r>
            <a:r>
              <a:rPr lang="en-US" sz="1486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HOW</a:t>
            </a:r>
            <a:r>
              <a:rPr lang="en-US" sz="1486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."</a:t>
            </a:r>
            <a:endParaRPr lang="en-US" sz="1486" dirty="0"/>
          </a:p>
        </p:txBody>
      </p:sp>
      <p:sp>
        <p:nvSpPr>
          <p:cNvPr id="22" name="Shape 19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03/12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06454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vibe_suite_v1.0.0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systemctl status "vibecoding-protocol-suite"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2857500" cy="2500313"/>
          </a:xfrm>
          <a:prstGeom prst="rect">
            <a:avLst/>
          </a:prstGeom>
          <a:solidFill>
            <a:srgbClr val="252526"/>
          </a:solidFill>
          <a:ln w="9144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71513" y="1543050"/>
            <a:ext cx="2428875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64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671513" y="2141339"/>
            <a:ext cx="134659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Custom Skills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671513" y="2580680"/>
            <a:ext cx="2428875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26</a:t>
            </a:r>
            <a:endParaRPr lang="en-US" sz="3294" dirty="0"/>
          </a:p>
        </p:txBody>
      </p:sp>
      <p:sp>
        <p:nvSpPr>
          <p:cNvPr id="10" name="Text 7"/>
          <p:cNvSpPr/>
          <p:nvPr/>
        </p:nvSpPr>
        <p:spPr>
          <a:xfrm>
            <a:off x="671513" y="3178969"/>
            <a:ext cx="93225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Workflows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3600450" y="1400175"/>
            <a:ext cx="521494" cy="239316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2" name="Text 9"/>
          <p:cNvSpPr/>
          <p:nvPr/>
        </p:nvSpPr>
        <p:spPr>
          <a:xfrm>
            <a:off x="3600450" y="1400175"/>
            <a:ext cx="577934" cy="233910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AUTO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64819" y="1407319"/>
            <a:ext cx="383262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Skills activate based on task context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3600450" y="1818084"/>
            <a:ext cx="521494" cy="239316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600450" y="1818084"/>
            <a:ext cx="577934" cy="233910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CORE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264819" y="1825228"/>
            <a:ext cx="372903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Security, Design, SEO, &amp; Code Review</a:t>
            </a:r>
            <a:endParaRPr lang="en-US" sz="1269" dirty="0"/>
          </a:p>
        </p:txBody>
      </p:sp>
      <p:sp>
        <p:nvSpPr>
          <p:cNvPr id="17" name="Shape 14"/>
          <p:cNvSpPr/>
          <p:nvPr/>
        </p:nvSpPr>
        <p:spPr>
          <a:xfrm>
            <a:off x="3600450" y="2235994"/>
            <a:ext cx="521494" cy="239316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600450" y="2235994"/>
            <a:ext cx="577934" cy="23931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INFO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264819" y="2243138"/>
            <a:ext cx="341828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Don't download one skill and pray</a:t>
            </a:r>
            <a:endParaRPr lang="en-US" sz="1269" dirty="0"/>
          </a:p>
        </p:txBody>
      </p:sp>
      <p:sp>
        <p:nvSpPr>
          <p:cNvPr id="20" name="Shape 17"/>
          <p:cNvSpPr/>
          <p:nvPr/>
        </p:nvSpPr>
        <p:spPr>
          <a:xfrm>
            <a:off x="3600450" y="2653903"/>
            <a:ext cx="521494" cy="239316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600450" y="2653903"/>
            <a:ext cx="577934" cy="23931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GOAL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264819" y="2661047"/>
            <a:ext cx="29003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Install a 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complete ecosystem</a:t>
            </a:r>
            <a:endParaRPr lang="en-US" sz="1269" dirty="0"/>
          </a:p>
        </p:txBody>
      </p:sp>
      <p:sp>
        <p:nvSpPr>
          <p:cNvPr id="23" name="Shape 20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71450" y="4942582"/>
            <a:ext cx="78938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SYSTEM_ACTIVE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1103709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04/12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2467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loop_1_foundation.sh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37433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invoke --workflow "genesis"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57200" y="1557338"/>
            <a:ext cx="374332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/vibe-genesis --init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57200" y="2105620"/>
            <a:ext cx="18930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753666" y="2105620"/>
            <a:ext cx="265033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Analyze Project Requirements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57200" y="2489597"/>
            <a:ext cx="18930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753666" y="2489597"/>
            <a:ext cx="265033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Generate PRD &amp; GitHub Issues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457200" y="2873573"/>
            <a:ext cx="18930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753666" y="2873573"/>
            <a:ext cx="236636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Scaffold Folder Structure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457200" y="3257550"/>
            <a:ext cx="18930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753666" y="3257550"/>
            <a:ext cx="22717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Inject Coding Guidelines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57200" y="3748683"/>
            <a:ext cx="37433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[COMPLETED IN 30 SECONDS]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86275" y="742950"/>
            <a:ext cx="4200525" cy="4157663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86275" y="742950"/>
            <a:ext cx="28575" cy="415766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14875" y="957263"/>
            <a:ext cx="375761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GENERATED ASSETS: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714875" y="1325166"/>
            <a:ext cx="3757613" cy="205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.agent/
 ├── 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PRD.md</a:t>
            </a: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(Full Blueprint)
 ├── 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ISSUES.json</a:t>
            </a: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(26 Tasks)
 ├── 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STANDARDS.md</a:t>
            </a: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(Strict TS)
 └── 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STRUCTURE.yaml</a:t>
            </a: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(App Router)
 src/
 ├── app/
 ├── components/
 └── lib/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714875" y="3668092"/>
            <a:ext cx="3757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"Stop typing prompts; start invoking </a:t>
            </a: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workflows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for professional scaffolds."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05/12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12526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design_engine.json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invoke --workflow "design-engine"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3610831" cy="285750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328738"/>
            <a:ext cx="3610831" cy="14288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71513" y="1543050"/>
            <a:ext cx="31822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DESIGN_SYSTEM_CONFIG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71513" y="1782366"/>
            <a:ext cx="318220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Styles: </a:t>
            </a:r>
            <a:r>
              <a:rPr lang="en-US" sz="1090" b="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50+ Curated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671513" y="2130623"/>
            <a:ext cx="318220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Palettes: </a:t>
            </a:r>
            <a:r>
              <a:rPr lang="en-US" sz="1090" b="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97 Premium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671513" y="2478881"/>
            <a:ext cx="318220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Pairings: </a:t>
            </a:r>
            <a:r>
              <a:rPr lang="en-US" sz="1090" b="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57 Typography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671513" y="2827139"/>
            <a:ext cx="318220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Mode: </a:t>
            </a:r>
            <a:r>
              <a:rPr lang="en-US" sz="1090" b="1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"Vibe-Pro-Max"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353781" y="1328738"/>
            <a:ext cx="4333019" cy="2857500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68093" y="1543050"/>
            <a:ext cx="390439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EXECUTION_LOG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568093" y="1782366"/>
            <a:ext cx="39043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[STITCH]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Generating UI components...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568093" y="2048108"/>
            <a:ext cx="39043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[REACT]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Converting to TypeScript components...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568093" y="2313849"/>
            <a:ext cx="39043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[AUTO]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Refining color contrast ratios...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568093" y="2579591"/>
            <a:ext cx="39043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[AUTO]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Injecting micro-animations (Framer Motion)...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568093" y="3025350"/>
            <a:ext cx="39043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[AUTO]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Optimizing typography hierarchy...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568093" y="3348242"/>
            <a:ext cx="39043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 DESIGN ENGINE SYNC COMPLETE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06/12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12526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algorithmic_art.ts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invoke --skill "algorithmic-art"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3971925" cy="2857500"/>
          </a:xfrm>
          <a:prstGeom prst="rect">
            <a:avLst/>
          </a:prstGeom>
          <a:solidFill>
            <a:srgbClr val="252526"/>
          </a:solidFill>
          <a:ln w="9144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71513" y="1543050"/>
            <a:ext cx="3543300" cy="24645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generator.ts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71513" y="1932384"/>
            <a:ext cx="3543300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Generating unique brand assets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</a:t>
            </a: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art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generateSVG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
 style: </a:t>
            </a:r>
            <a:r>
              <a:rPr lang="en-US" sz="942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"morphing-blobs"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
 complexity: </a:t>
            </a:r>
            <a:r>
              <a:rPr lang="en-US" sz="942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"high"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
 animate: </a:t>
            </a: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true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
 colors: [</a:t>
            </a:r>
            <a:r>
              <a:rPr lang="en-US" sz="942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"#00FF41"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942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"#569CD6"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
 });
 </a:t>
            </a:r>
            <a:r>
              <a:rPr lang="en-US" sz="942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No stock graphics needed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</a:t>
            </a:r>
            <a:r>
              <a:rPr lang="en-US" sz="942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renderToHero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(art);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14875" y="1835944"/>
            <a:ext cx="19109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✦</a:t>
            </a:r>
            <a:endParaRPr lang="en-US" sz="1704" dirty="0"/>
          </a:p>
        </p:txBody>
      </p:sp>
      <p:sp>
        <p:nvSpPr>
          <p:cNvPr id="10" name="Text 7"/>
          <p:cNvSpPr/>
          <p:nvPr/>
        </p:nvSpPr>
        <p:spPr>
          <a:xfrm>
            <a:off x="5048845" y="1760934"/>
            <a:ext cx="363795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Unique SVG Animations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built from pure code.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2500313"/>
            <a:ext cx="19109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✦</a:t>
            </a:r>
            <a:endParaRPr lang="en-US" sz="1704" dirty="0"/>
          </a:p>
        </p:txBody>
      </p:sp>
      <p:sp>
        <p:nvSpPr>
          <p:cNvPr id="12" name="Text 9"/>
          <p:cNvSpPr/>
          <p:nvPr/>
        </p:nvSpPr>
        <p:spPr>
          <a:xfrm>
            <a:off x="5048845" y="2425303"/>
            <a:ext cx="363795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Zero Stock Graphics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or downloaded assets.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714875" y="3164681"/>
            <a:ext cx="19109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✦</a:t>
            </a:r>
            <a:endParaRPr lang="en-US" sz="1704" dirty="0"/>
          </a:p>
        </p:txBody>
      </p:sp>
      <p:sp>
        <p:nvSpPr>
          <p:cNvPr id="14" name="Text 11"/>
          <p:cNvSpPr/>
          <p:nvPr/>
        </p:nvSpPr>
        <p:spPr>
          <a:xfrm>
            <a:off x="5048845" y="3089672"/>
            <a:ext cx="363795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Generative UI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that adapts to your brand identity.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07/12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19431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quality_gate.sh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run-audit --all-skills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214438"/>
            <a:ext cx="4029075" cy="228600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214438"/>
            <a:ext cx="4029075" cy="142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" y="1328738"/>
            <a:ext cx="3800475" cy="19466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SKILL: security-audit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71500" y="1609130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SCANNING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for vulnerabilities...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1846297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[CRITICAL]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XSS vector found in contact-form.tsx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083464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[CRITICAL]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SSRF risk in API route handler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320630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BD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[WARNING]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Missing rate limiting on /api/auth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557797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[FIXED]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Input validation applied to 4 fields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657725" y="1214438"/>
            <a:ext cx="4029075" cy="228600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657725" y="1214438"/>
            <a:ext cx="4029075" cy="1428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772025" y="1328738"/>
            <a:ext cx="3800475" cy="19466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SKILL: code-review (J-Star)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772025" y="1609130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ANALYZING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codebase patterns...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772025" y="1846297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[P0]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Memory leak in useEffect cleanup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72025" y="2083464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BD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[P1]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Prop drilling detected in Dashboard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772025" y="2320630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[RESOLVED]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P0 issues auto-fixed via skill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72025" y="2557797"/>
            <a:ext cx="38004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[PASSED]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Pattern compliance: 98%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57200" y="3643313"/>
            <a:ext cx="8229600" cy="54292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difference between a </a:t>
            </a:r>
            <a:r>
              <a:rPr lang="en-US" sz="1269" dirty="0">
                <a:solidFill>
                  <a:srgbClr val="FFBD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demo project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and a 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 app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is a rigorous, automated quality gate.</a:t>
            </a:r>
            <a:endParaRPr lang="en-US" sz="1269" dirty="0"/>
          </a:p>
        </p:txBody>
      </p:sp>
      <p:sp>
        <p:nvSpPr>
          <p:cNvPr id="23" name="Shape 20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08/12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66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0038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seo_marketing.sh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invoke --layer "marketing-seo"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3971925" cy="2869248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328738"/>
            <a:ext cx="3971925" cy="14288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35794" y="1507331"/>
            <a:ext cx="3614738" cy="20895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SKILL: seo-ready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35794" y="1859161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INJECTING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Meta Descriptions... </a:t>
            </a: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DONE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35794" y="2124903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Open Graph Tags... </a:t>
            </a: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DONE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35794" y="2390645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Structured Data... </a:t>
            </a: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DONE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35794" y="2656387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AUDITING</a:t>
            </a:r>
            <a:r>
              <a:rPr lang="en-US" sz="942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Heading Hierarchy... </a:t>
            </a: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PASSED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35794" y="2979279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10 seconds to complete 1 hour of manual work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714875" y="1328738"/>
            <a:ext cx="3971925" cy="2869248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893469" y="1507331"/>
            <a:ext cx="3614738" cy="20895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SKILL: copywriting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893469" y="1859161"/>
            <a:ext cx="36147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BEFORE (Developer Copy):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893469" y="2060972"/>
            <a:ext cx="361473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strike="sngStrike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"This is a SaaS product for managing your tasks efficiently."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93469" y="2650331"/>
            <a:ext cx="36147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AFTER (Marketer Copy):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893469" y="2852142"/>
            <a:ext cx="3614738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"Stop Wasting Tokens. Build a 50+ Skill AI Operating System in Seconds."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4893469" y="3917956"/>
            <a:ext cx="36147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 Benefit-driven &amp; Specific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57200" y="4471988"/>
            <a:ext cx="82296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 beautiful site is </a:t>
            </a:r>
            <a:r>
              <a:rPr lang="en-US" sz="1269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useless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if Google can't find it or if the copy doesn't 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convert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endParaRPr lang="en-US" sz="1269" dirty="0"/>
          </a:p>
        </p:txBody>
      </p:sp>
      <p:sp>
        <p:nvSpPr>
          <p:cNvPr id="22" name="Shape 19"/>
          <p:cNvSpPr/>
          <p:nvPr/>
        </p:nvSpPr>
        <p:spPr>
          <a:xfrm>
            <a:off x="28575" y="4922044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71450" y="4964013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78656" y="4964013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8365331" y="4964013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09/12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20038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skill_creator.sh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742950"/>
            <a:ext cx="82296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invoke --skill "skill-creator"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57200" y="1328738"/>
            <a:ext cx="3610831" cy="285750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328738"/>
            <a:ext cx="35719" cy="2857500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71513" y="1543050"/>
            <a:ext cx="31822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USER_INPUT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71513" y="1816298"/>
            <a:ext cx="3182206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"Build me a skill that handles </a:t>
            </a: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deployment to Vercel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checks for environment variables, and runs a </a:t>
            </a: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Lighthouse audit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automatically."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671513" y="3530798"/>
            <a:ext cx="31822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[GENERATING SKILL.md...]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353781" y="1328738"/>
            <a:ext cx="4333019" cy="2857500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568093" y="1543050"/>
            <a:ext cx="390439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GENERATED: .AGENT/SKILLS/VERCEL-DEPLOY/SKILL.MD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568093" y="1825926"/>
            <a:ext cx="3904394" cy="208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Vercel Deployment Skill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</a:t>
            </a:r>
            <a:r>
              <a:rPr lang="en-US" sz="834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## Description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Automates Vercel deployments with safety checks.
 </a:t>
            </a:r>
            <a:r>
              <a:rPr lang="en-US" sz="834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## Triggers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- </a:t>
            </a:r>
            <a:r>
              <a:rPr lang="en-US" sz="834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"deploy to production"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- </a:t>
            </a:r>
            <a:r>
              <a:rPr lang="en-US" sz="834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"ship it"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</a:t>
            </a:r>
            <a:r>
              <a:rPr lang="en-US" sz="834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## Instructions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1. </a:t>
            </a:r>
            <a:r>
              <a:rPr lang="en-US" sz="834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Verify .env.production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2. </a:t>
            </a:r>
            <a:r>
              <a:rPr lang="en-US" sz="834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Run 'vercel --prod'</a:t>
            </a:r>
            <a:r>
              <a:rPr lang="en-US" sz="83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3. </a:t>
            </a:r>
            <a:r>
              <a:rPr lang="en-US" sz="834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Trigger Lighthouse Audit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57200" y="4471988"/>
            <a:ext cx="822960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"Don't download skills—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them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to match YOUR brain."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71450" y="4942582"/>
            <a:ext cx="10322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META_LAYER_ACTIVE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346597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10/12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18216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the_reveal.sh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669727" y="742950"/>
            <a:ext cx="7804547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5F5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cat .agent/logs/youtube-pipeline.log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57313" y="1550194"/>
            <a:ext cx="6429375" cy="2857500"/>
          </a:xfrm>
          <a:prstGeom prst="rect">
            <a:avLst/>
          </a:prstGeom>
          <a:solidFill>
            <a:srgbClr val="252526"/>
          </a:solidFill>
          <a:ln w="18288">
            <a:solidFill>
              <a:srgbClr val="569C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643063" y="1835944"/>
            <a:ext cx="5857875" cy="33932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SYSTEM REVEAL: youtube-pipeline skill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643063" y="2389584"/>
            <a:ext cx="13215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918097" y="2389584"/>
            <a:ext cx="444877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Competitor Analysis &amp; Market Gap Identification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1643063" y="2737842"/>
            <a:ext cx="13215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1918097" y="2737842"/>
            <a:ext cx="331291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VidIQ &amp; Google Trends Data Scraping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1643063" y="3086100"/>
            <a:ext cx="13215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1918097" y="3086100"/>
            <a:ext cx="40701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 Title Options &amp; Thumbnail Concept Design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1643063" y="3434358"/>
            <a:ext cx="13215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✔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918097" y="3434358"/>
            <a:ext cx="42594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Full Script Structure Generation</a:t>
            </a:r>
            <a:r>
              <a:rPr lang="en-US" sz="115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(This Video)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1643063" y="3925491"/>
            <a:ext cx="58578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"This video was produced by a </a:t>
            </a:r>
            <a:r>
              <a:rPr lang="en-US" sz="1269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skill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 That's the system."</a:t>
            </a:r>
            <a:endParaRPr lang="en-US" sz="1269" dirty="0"/>
          </a:p>
        </p:txBody>
      </p:sp>
      <p:sp>
        <p:nvSpPr>
          <p:cNvPr id="17" name="Shape 14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71450" y="4942582"/>
            <a:ext cx="3643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MASTER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78656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11/12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07231" y="106263"/>
            <a:ext cx="18823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session_end.sh — zsh — 1280x720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57200" y="1028700"/>
            <a:ext cx="82296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Your Own Ecosystem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664619" y="1764506"/>
            <a:ext cx="3814763" cy="962620"/>
          </a:xfrm>
          <a:prstGeom prst="rect">
            <a:avLst/>
          </a:prstGeom>
          <a:solidFill>
            <a:srgbClr val="252526"/>
          </a:solidFill>
          <a:ln w="18288">
            <a:solidFill>
              <a:srgbClr val="569CD6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964656" y="2050256"/>
            <a:ext cx="307181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2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1924" dirty="0"/>
          </a:p>
        </p:txBody>
      </p:sp>
      <p:sp>
        <p:nvSpPr>
          <p:cNvPr id="8" name="Text 5"/>
          <p:cNvSpPr/>
          <p:nvPr/>
        </p:nvSpPr>
        <p:spPr>
          <a:xfrm>
            <a:off x="3271838" y="2050256"/>
            <a:ext cx="46077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npx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3732609" y="2050256"/>
            <a:ext cx="230385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24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vibesuite init</a:t>
            </a:r>
            <a:endParaRPr lang="en-US" sz="1924" dirty="0"/>
          </a:p>
        </p:txBody>
      </p:sp>
      <p:sp>
        <p:nvSpPr>
          <p:cNvPr id="10" name="Text 7"/>
          <p:cNvSpPr/>
          <p:nvPr/>
        </p:nvSpPr>
        <p:spPr>
          <a:xfrm>
            <a:off x="2964656" y="2530673"/>
            <a:ext cx="321468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[FREE &amp; OPEN SOURCE]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57200" y="3412927"/>
            <a:ext cx="82296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 NEXT: </a:t>
            </a:r>
            <a:r>
              <a:rPr lang="en-US" sz="1269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"Agent.md Architecture"</a:t>
            </a:r>
            <a:r>
              <a:rPr lang="en-US" sz="1269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 The context that connects 50+ skills into one brain.
 </a:t>
            </a:r>
            <a:r>
              <a:rPr lang="en-US" sz="1193" b="1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SUBSCRIBE &amp; TURN ON NOTIFICATIONS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28575" y="4900613"/>
            <a:ext cx="9086850" cy="214313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71450" y="4942582"/>
            <a:ext cx="971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SESSION_COMPLETE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285875" y="4942582"/>
            <a:ext cx="3036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UTF-8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8365331" y="4942582"/>
            <a:ext cx="6072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PAGE 12/12</a:t>
            </a:r>
            <a:endParaRPr lang="en-US" sz="68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1088</Words>
  <Application>Microsoft Office PowerPoint</Application>
  <PresentationFormat>On-screen Show (16:9)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Ipinrere Oluleke-Oke</cp:lastModifiedBy>
  <cp:revision>3</cp:revision>
  <dcterms:created xsi:type="dcterms:W3CDTF">2026-03-02T02:54:55Z</dcterms:created>
  <dcterms:modified xsi:type="dcterms:W3CDTF">2026-03-02T02:59:26Z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2026-03-02T02:57:20Z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577bb43e-feaa-4aa1-8c16-02b96fd19f87</vt:lpwstr>
  </property>
  <property fmtid="{D5CDD505-2E9C-101B-9397-08002B2CF9AE}" pid="7" name="MSIP_Label_defa4170-0d19-0005-0004-bc88714345d2_ActionId">
    <vt:lpwstr>c1937855-8dbb-4282-b984-8f9fffc0718c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